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4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72B00-D4B5-2A1B-7A92-CF81BB03D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CF0B39-BD97-B145-76C4-88732B15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7D4CBF-C4EA-E13D-5DCE-890A252B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08B05-E8CB-1B75-C038-ED521F108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9AACAC-3CE2-9BC7-A31A-09885C69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61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DC210-3E52-AF88-0DF7-EE75AE42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A9A36-40D9-F882-DC78-401A0C47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F3BE3F-2D44-3D82-3D76-0D9CA024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E078BA-83D9-A484-72D6-63978C35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A17A37-D2DA-CC02-CE05-8EAEFA3F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45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972DA-4774-225A-4386-E2D96263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B8D4CD-0844-AF9B-8200-CC9D994CD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5A90DE-9B51-87D1-302A-2BF96373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48AA5-0EC6-9052-D92C-EAACF9AF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6F60C-B859-0EBA-BFFE-A7927C36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7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22235-090F-D65E-65B5-2064CFB2D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06911-BD57-9404-F8CC-B6E8128B9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3E4DE9-2AE2-15B7-2E8B-62E81704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7E16A4-FBC1-79BF-F0EE-6F316890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42A425-E19D-3884-B944-7F36E860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7555E3-5836-CDD0-C3DA-EF6BE26E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11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008BB-7C4B-49F7-1349-D6A86A34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56FF0F-C860-9160-DC23-6B9E3FAD9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88844D-19A3-61A3-24DA-C54BB5573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EA1399-B63D-E7EE-389F-260C9D826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E22E5D-A6A7-E86F-2823-A109313ED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C836B4-DACF-A9CE-09C6-D5810FBC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D87AD2-6B37-FECF-12F9-3B79541B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F54BB6-C2FB-0C9F-8A9B-B8D35710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0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F7C0F-E682-7DA8-3445-5DE0AF34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054474-AAC9-9993-D0FE-C6256977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401B30-B1C5-CE0F-9D74-2349C411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FB4B15-8824-274B-A959-BCA3E9F0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74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4E66D0-6A47-83BD-88C7-F85DBAD3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84A352-251E-244B-5587-142F5452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5C59-0AFF-3BF0-D91A-58FDCC9C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85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372CE-C389-1177-00A2-DDDC778F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7C183-EE11-33D4-5BF7-4A3A0486A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94D1B7-1D47-1A08-7C38-1ECDCE063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BA12E0-8F8F-921F-4DA5-EA58E8FF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542A41-BE4C-DEC8-0A58-96988923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254834-55E7-7968-4DED-2A056ACE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20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11E8A-B5E4-006D-DE04-A4DCE1C9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9A6EEF-CE51-E744-4829-8E6650B9D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D393B4-EB96-0202-B7D4-04E5FBA97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953FAE-C2CD-5FE8-05D4-B08C5747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5C0D1A-2695-98BE-7F7F-F843604A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4D4B96-4AC0-B3DA-3CF2-B4F4D676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95256-1EEB-9E80-0A6E-B2D99EEE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F413D6-A773-C6D3-58CF-0D13C9AE8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0B0B4-A6C8-135D-E812-F817B370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76332-E1B0-CFFA-7C6A-16B9B1E0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59279-E77A-5373-568C-77129323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79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371FEB-FFA1-CC0B-3106-1297A034A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A9D70C-7D09-31AC-887A-ECF8B927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4B74F-1CFD-1FF3-FCEE-BA99B0E4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A128F-ADFB-DE2B-5762-0BB88041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D6B6D6-7145-DCDD-4FA7-0387718F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89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72FD9B-B797-7C0F-4715-5313F8F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5CC7E2-8029-5714-BBA2-5955D8F1D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C8555-DB2C-19C8-4EE1-9C5ACD53B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A700B-942E-4558-91EA-003C4A6AB18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DC085-6E62-521D-3CAC-6E8F9E763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FD4F9-1561-FDB4-BCA9-4E6893192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1C942-676F-4C80-B36F-1F081135D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13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509CD-BD9F-49EF-D17F-452400C8C7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2679E8-C7C4-2A8F-CC7C-1CC5C0F8A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7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6E2822-3F7B-5F81-1B02-D4C306048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800436" cy="22993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BC2734-62F1-753E-CFA7-39AC1E20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5957"/>
            <a:ext cx="5800436" cy="1089500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CFF998-917D-89F2-EC0D-F2741F4A3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438" y="-1"/>
            <a:ext cx="6391562" cy="36126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F7D1E0B-7782-01B9-9ED0-2888C0824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89232"/>
            <a:ext cx="12192000" cy="13895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1C2682D-E5C5-F209-2987-912FC4393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99345"/>
            <a:ext cx="5800436" cy="187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4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61A66C9-FC65-433F-F5CD-951FD4EC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1297" cy="68580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10C4865-692B-6A6E-8A02-DD6638CB4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581"/>
              </p:ext>
            </p:extLst>
          </p:nvPr>
        </p:nvGraphicFramePr>
        <p:xfrm>
          <a:off x="10178473" y="5257800"/>
          <a:ext cx="203823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115">
                  <a:extLst>
                    <a:ext uri="{9D8B030D-6E8A-4147-A177-3AD203B41FA5}">
                      <a16:colId xmlns:a16="http://schemas.microsoft.com/office/drawing/2014/main" val="1303687790"/>
                    </a:ext>
                  </a:extLst>
                </a:gridCol>
                <a:gridCol w="1019115">
                  <a:extLst>
                    <a:ext uri="{9D8B030D-6E8A-4147-A177-3AD203B41FA5}">
                      <a16:colId xmlns:a16="http://schemas.microsoft.com/office/drawing/2014/main" val="2820576661"/>
                    </a:ext>
                  </a:extLst>
                </a:gridCol>
              </a:tblGrid>
              <a:tr h="265084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628731"/>
                  </a:ext>
                </a:extLst>
              </a:tr>
              <a:tr h="2650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en-US" altLang="ko-KR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39.50%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876947"/>
                  </a:ext>
                </a:extLst>
              </a:tr>
              <a:tr h="2650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770869"/>
                  </a:ext>
                </a:extLst>
              </a:tr>
              <a:tr h="2650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+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22.80%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17374"/>
                  </a:ext>
                </a:extLst>
              </a:tr>
              <a:tr h="2650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78445"/>
                  </a:ext>
                </a:extLst>
              </a:tr>
            </a:tbl>
          </a:graphicData>
        </a:graphic>
      </p:graphicFrame>
      <p:pic>
        <p:nvPicPr>
          <p:cNvPr id="12" name="그림 1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14997-C9D9-07D7-7568-147C76E7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97" y="0"/>
            <a:ext cx="4107176" cy="624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8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1CE05C-C32E-B31C-D5E2-377C92F9A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30" y="-1038629"/>
            <a:ext cx="8564846" cy="6858000"/>
          </a:xfrm>
          <a:prstGeom prst="rect">
            <a:avLst/>
          </a:prstGeom>
        </p:spPr>
      </p:pic>
      <p:pic>
        <p:nvPicPr>
          <p:cNvPr id="13" name="그림 12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747E6A-CB0D-95BD-D683-6AAFBDCD9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468" y="0"/>
            <a:ext cx="8395063" cy="6858000"/>
          </a:xfrm>
          <a:prstGeom prst="rect">
            <a:avLst/>
          </a:prstGeom>
        </p:spPr>
      </p:pic>
      <p:pic>
        <p:nvPicPr>
          <p:cNvPr id="17" name="그림 1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C4CED8-7E7D-1BD1-67A9-9DEE351BF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851" y="-110836"/>
            <a:ext cx="8752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8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62E51-B55D-A08B-7E1B-B0F1F7086588}"/>
              </a:ext>
            </a:extLst>
          </p:cNvPr>
          <p:cNvSpPr txBox="1"/>
          <p:nvPr/>
        </p:nvSpPr>
        <p:spPr>
          <a:xfrm>
            <a:off x="3024230" y="144852"/>
            <a:ext cx="307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NOISE_PARAMS = {</a:t>
            </a:r>
          </a:p>
          <a:p>
            <a:r>
              <a:rPr lang="en-US" altLang="ko-KR" sz="800" dirty="0"/>
              <a:t>    'p_1q': 0.001, 'p_2q': 0.005, '</a:t>
            </a:r>
            <a:r>
              <a:rPr lang="en-US" altLang="ko-KR" sz="800" dirty="0" err="1"/>
              <a:t>p_meas</a:t>
            </a:r>
            <a:r>
              <a:rPr lang="en-US" altLang="ko-KR" sz="800" dirty="0"/>
              <a:t>': 0.02, # Readout Error 2%</a:t>
            </a:r>
          </a:p>
          <a:p>
            <a:r>
              <a:rPr lang="en-US" altLang="ko-KR" sz="800" dirty="0"/>
              <a:t>    'T1': 10, 'T2': 15, '</a:t>
            </a:r>
            <a:r>
              <a:rPr lang="en-US" altLang="ko-KR" sz="800" dirty="0" err="1"/>
              <a:t>squence_time</a:t>
            </a:r>
            <a:r>
              <a:rPr lang="en-US" altLang="ko-KR" sz="800" dirty="0"/>
              <a:t>': 2</a:t>
            </a:r>
          </a:p>
          <a:p>
            <a:r>
              <a:rPr lang="en-US" altLang="ko-KR" sz="800" dirty="0"/>
              <a:t>}</a:t>
            </a:r>
            <a:r>
              <a:rPr lang="en-US" altLang="ko-KR" dirty="0"/>
              <a:t> shots=10000</a:t>
            </a:r>
          </a:p>
          <a:p>
            <a:endParaRPr lang="en-US" altLang="ko-KR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9481C-0DA9-8336-5E54-D724B88B5C85}"/>
              </a:ext>
            </a:extLst>
          </p:cNvPr>
          <p:cNvSpPr txBox="1"/>
          <p:nvPr/>
        </p:nvSpPr>
        <p:spPr>
          <a:xfrm>
            <a:off x="713064" y="144852"/>
            <a:ext cx="847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3AD85B-D1B8-0404-59D8-F0F13E706F93}"/>
              </a:ext>
            </a:extLst>
          </p:cNvPr>
          <p:cNvSpPr txBox="1"/>
          <p:nvPr/>
        </p:nvSpPr>
        <p:spPr>
          <a:xfrm>
            <a:off x="3048350" y="2967335"/>
            <a:ext cx="6096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physical</a:t>
            </a:r>
            <a:r>
              <a:rPr lang="ko-KR" altLang="en-US" dirty="0"/>
              <a:t> </a:t>
            </a:r>
            <a:r>
              <a:rPr lang="ko-KR" altLang="en-US" dirty="0" err="1"/>
              <a:t>probability</a:t>
            </a:r>
            <a:r>
              <a:rPr lang="ko-KR" altLang="en-US" dirty="0"/>
              <a:t> PL : 0.566+0.000j</a:t>
            </a:r>
          </a:p>
          <a:p>
            <a:r>
              <a:rPr lang="ko-KR" altLang="en-US" dirty="0"/>
              <a:t>[[0.49691086 0.48190644]</a:t>
            </a:r>
          </a:p>
          <a:p>
            <a:r>
              <a:rPr lang="ko-KR" altLang="en-US" dirty="0"/>
              <a:t> [0.48190644 0.50308914]]</a:t>
            </a:r>
          </a:p>
        </p:txBody>
      </p:sp>
    </p:spTree>
    <p:extLst>
      <p:ext uri="{BB962C8B-B14F-4D97-AF65-F5344CB8AC3E}">
        <p14:creationId xmlns:p14="http://schemas.microsoft.com/office/powerpoint/2010/main" val="291456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868D6-42C7-03F8-33F2-DC043B98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-state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51934-2B7F-9716-E548-3B5462A85F0F}"/>
              </a:ext>
            </a:extLst>
          </p:cNvPr>
          <p:cNvSpPr txBox="1"/>
          <p:nvPr/>
        </p:nvSpPr>
        <p:spPr>
          <a:xfrm>
            <a:off x="3048350" y="2967335"/>
            <a:ext cx="6096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physical</a:t>
            </a:r>
            <a:r>
              <a:rPr lang="ko-KR" altLang="en-US" dirty="0"/>
              <a:t> </a:t>
            </a:r>
            <a:r>
              <a:rPr lang="ko-KR" altLang="en-US" dirty="0" err="1"/>
              <a:t>probability</a:t>
            </a:r>
            <a:r>
              <a:rPr lang="ko-KR" altLang="en-US" dirty="0"/>
              <a:t> PL : 0.565+0.000j</a:t>
            </a:r>
          </a:p>
          <a:p>
            <a:r>
              <a:rPr lang="ko-KR" altLang="en-US" dirty="0"/>
              <a:t>[[ 0.50353982 -0.48672566]</a:t>
            </a:r>
          </a:p>
          <a:p>
            <a:r>
              <a:rPr lang="ko-KR" altLang="en-US" dirty="0"/>
              <a:t> [-0.48672566  0.49646018]]</a:t>
            </a:r>
          </a:p>
        </p:txBody>
      </p:sp>
    </p:spTree>
    <p:extLst>
      <p:ext uri="{BB962C8B-B14F-4D97-AF65-F5344CB8AC3E}">
        <p14:creationId xmlns:p14="http://schemas.microsoft.com/office/powerpoint/2010/main" val="135444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2F6B9-D09C-C861-29F1-82E33B77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0state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408A40-5797-83B9-E64E-3B742BD2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Rho_L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B93DC-EF81-823E-11AD-F04A08FB5FFF}"/>
              </a:ext>
            </a:extLst>
          </p:cNvPr>
          <p:cNvSpPr txBox="1"/>
          <p:nvPr/>
        </p:nvSpPr>
        <p:spPr>
          <a:xfrm>
            <a:off x="3048350" y="2967335"/>
            <a:ext cx="6096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physical</a:t>
            </a:r>
            <a:r>
              <a:rPr lang="ko-KR" altLang="en-US" dirty="0"/>
              <a:t> </a:t>
            </a:r>
            <a:r>
              <a:rPr lang="ko-KR" altLang="en-US" dirty="0" err="1"/>
              <a:t>probability</a:t>
            </a:r>
            <a:r>
              <a:rPr lang="ko-KR" altLang="en-US" dirty="0"/>
              <a:t> PL : 0.577+0.000j</a:t>
            </a:r>
          </a:p>
          <a:p>
            <a:r>
              <a:rPr lang="ko-KR" altLang="en-US" dirty="0"/>
              <a:t>[[9.95667244e-01 8.66551127e-04]</a:t>
            </a:r>
          </a:p>
          <a:p>
            <a:r>
              <a:rPr lang="ko-KR" altLang="en-US" dirty="0"/>
              <a:t> [8.66551127e-04 4.33275563e-03]]</a:t>
            </a:r>
          </a:p>
        </p:txBody>
      </p:sp>
    </p:spTree>
    <p:extLst>
      <p:ext uri="{BB962C8B-B14F-4D97-AF65-F5344CB8AC3E}">
        <p14:creationId xmlns:p14="http://schemas.microsoft.com/office/powerpoint/2010/main" val="357232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3F754-78B6-B466-38FC-3C08523D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1state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3C7C6-CBFA-6363-AEE1-DFFB48338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Rho_L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EC76A-1255-9AFE-1E44-31FF4F811CA1}"/>
              </a:ext>
            </a:extLst>
          </p:cNvPr>
          <p:cNvSpPr txBox="1"/>
          <p:nvPr/>
        </p:nvSpPr>
        <p:spPr>
          <a:xfrm>
            <a:off x="3048350" y="2967335"/>
            <a:ext cx="6096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physical</a:t>
            </a:r>
            <a:r>
              <a:rPr lang="ko-KR" altLang="en-US" dirty="0"/>
              <a:t> </a:t>
            </a:r>
            <a:r>
              <a:rPr lang="ko-KR" altLang="en-US" dirty="0" err="1"/>
              <a:t>probability</a:t>
            </a:r>
            <a:r>
              <a:rPr lang="ko-KR" altLang="en-US" dirty="0"/>
              <a:t> PL : 0.577+0.000j</a:t>
            </a:r>
          </a:p>
          <a:p>
            <a:r>
              <a:rPr lang="ko-KR" altLang="en-US" dirty="0"/>
              <a:t>[[9.95667244e-01 8.66551127e-04]</a:t>
            </a:r>
          </a:p>
          <a:p>
            <a:r>
              <a:rPr lang="ko-KR" altLang="en-US" dirty="0"/>
              <a:t> [8.66551127e-04 4.33275563e-03]]</a:t>
            </a:r>
          </a:p>
        </p:txBody>
      </p:sp>
    </p:spTree>
    <p:extLst>
      <p:ext uri="{BB962C8B-B14F-4D97-AF65-F5344CB8AC3E}">
        <p14:creationId xmlns:p14="http://schemas.microsoft.com/office/powerpoint/2010/main" val="1441917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3ACD6-0C25-E114-38B2-FD21167B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0D5205-C20C-0070-0437-6998DAD0A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F26458-52CE-0E8F-FBFD-251715F9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03375"/>
            <a:ext cx="8682361" cy="6858000"/>
          </a:xfrm>
          <a:prstGeom prst="rect">
            <a:avLst/>
          </a:prstGeom>
        </p:spPr>
      </p:pic>
      <p:pic>
        <p:nvPicPr>
          <p:cNvPr id="7" name="그림 6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B7610-5A31-E3F0-FE75-8AC62456E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929" y="85725"/>
            <a:ext cx="8715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7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128</Words>
  <Application>Microsoft Office PowerPoint</Application>
  <PresentationFormat>와이드스크린</PresentationFormat>
  <Paragraphs>30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-state</vt:lpstr>
      <vt:lpstr>0state</vt:lpstr>
      <vt:lpstr>1state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우승하</dc:creator>
  <cp:lastModifiedBy>우승하</cp:lastModifiedBy>
  <cp:revision>5</cp:revision>
  <dcterms:created xsi:type="dcterms:W3CDTF">2025-12-16T06:31:10Z</dcterms:created>
  <dcterms:modified xsi:type="dcterms:W3CDTF">2025-12-19T12:43:55Z</dcterms:modified>
</cp:coreProperties>
</file>